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2"/>
  </p:notesMasterIdLst>
  <p:sldIdLst>
    <p:sldId id="256" r:id="rId2"/>
    <p:sldId id="266" r:id="rId3"/>
    <p:sldId id="303" r:id="rId4"/>
    <p:sldId id="304" r:id="rId5"/>
    <p:sldId id="305" r:id="rId6"/>
    <p:sldId id="273" r:id="rId7"/>
    <p:sldId id="275" r:id="rId8"/>
    <p:sldId id="302" r:id="rId9"/>
    <p:sldId id="321" r:id="rId10"/>
    <p:sldId id="294" r:id="rId11"/>
    <p:sldId id="323" r:id="rId12"/>
    <p:sldId id="293" r:id="rId13"/>
    <p:sldId id="276" r:id="rId14"/>
    <p:sldId id="296" r:id="rId15"/>
    <p:sldId id="298" r:id="rId16"/>
    <p:sldId id="330" r:id="rId17"/>
    <p:sldId id="300" r:id="rId18"/>
    <p:sldId id="322" r:id="rId19"/>
    <p:sldId id="295" r:id="rId20"/>
    <p:sldId id="318" r:id="rId21"/>
    <p:sldId id="279" r:id="rId22"/>
    <p:sldId id="319" r:id="rId23"/>
    <p:sldId id="278" r:id="rId24"/>
    <p:sldId id="320" r:id="rId25"/>
    <p:sldId id="280" r:id="rId26"/>
    <p:sldId id="281" r:id="rId27"/>
    <p:sldId id="282" r:id="rId28"/>
    <p:sldId id="332" r:id="rId29"/>
    <p:sldId id="284" r:id="rId30"/>
    <p:sldId id="331" r:id="rId31"/>
    <p:sldId id="283" r:id="rId32"/>
    <p:sldId id="285" r:id="rId33"/>
    <p:sldId id="324" r:id="rId34"/>
    <p:sldId id="325" r:id="rId35"/>
    <p:sldId id="326" r:id="rId36"/>
    <p:sldId id="327" r:id="rId37"/>
    <p:sldId id="328" r:id="rId38"/>
    <p:sldId id="329" r:id="rId39"/>
    <p:sldId id="335" r:id="rId40"/>
    <p:sldId id="336" r:id="rId41"/>
    <p:sldId id="333" r:id="rId42"/>
    <p:sldId id="287" r:id="rId43"/>
    <p:sldId id="307" r:id="rId44"/>
    <p:sldId id="291" r:id="rId45"/>
    <p:sldId id="311" r:id="rId46"/>
    <p:sldId id="309" r:id="rId47"/>
    <p:sldId id="310" r:id="rId48"/>
    <p:sldId id="314" r:id="rId49"/>
    <p:sldId id="299" r:id="rId50"/>
    <p:sldId id="313" r:id="rId51"/>
    <p:sldId id="289" r:id="rId52"/>
    <p:sldId id="316" r:id="rId53"/>
    <p:sldId id="334" r:id="rId54"/>
    <p:sldId id="308" r:id="rId55"/>
    <p:sldId id="312" r:id="rId56"/>
    <p:sldId id="288" r:id="rId57"/>
    <p:sldId id="317" r:id="rId58"/>
    <p:sldId id="315" r:id="rId59"/>
    <p:sldId id="292" r:id="rId60"/>
    <p:sldId id="301" r:id="rId61"/>
  </p:sldIdLst>
  <p:sldSz cx="18288000" cy="10287000"/>
  <p:notesSz cx="6858000" cy="9144000"/>
  <p:embeddedFontLst>
    <p:embeddedFont>
      <p:font typeface="League Spartan" panose="020B0604020202020204" charset="0"/>
      <p:regular r:id="rId63"/>
    </p:embeddedFont>
    <p:embeddedFont>
      <p:font typeface="Poppins" panose="00000500000000000000" pitchFamily="2" charset="0"/>
      <p:regular r:id="rId64"/>
      <p:bold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3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22" autoAdjust="0"/>
  </p:normalViewPr>
  <p:slideViewPr>
    <p:cSldViewPr>
      <p:cViewPr varScale="1">
        <p:scale>
          <a:sx n="52" d="100"/>
          <a:sy n="52" d="100"/>
        </p:scale>
        <p:origin x="73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1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91BCC-B93A-46E1-896F-234F9AB15498}" type="datetimeFigureOut">
              <a:rPr lang="en-US" smtClean="0"/>
              <a:t>7/6/2025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F4848-0091-4699-A566-A825169C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71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4848-0091-4699-A566-A825169CB16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220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4848-0091-4699-A566-A825169CB16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020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F4848-0091-4699-A566-A825169CB167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001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3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3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g"/><Relationship Id="rId5" Type="http://schemas.openxmlformats.org/officeDocument/2006/relationships/image" Target="../media/image56.PNG"/><Relationship Id="rId4" Type="http://schemas.openxmlformats.org/officeDocument/2006/relationships/image" Target="../media/image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3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3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3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3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3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3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3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3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3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3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3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3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3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3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48322" y="4106715"/>
            <a:ext cx="12963278" cy="1645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43"/>
              </a:lnSpc>
              <a:spcBef>
                <a:spcPct val="0"/>
              </a:spcBef>
            </a:pPr>
            <a:r>
              <a:rPr lang="en-US" sz="9530" dirty="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Examination System</a:t>
            </a:r>
          </a:p>
        </p:txBody>
      </p:sp>
      <p:sp>
        <p:nvSpPr>
          <p:cNvPr id="9" name="Freeform 9"/>
          <p:cNvSpPr/>
          <p:nvPr/>
        </p:nvSpPr>
        <p:spPr>
          <a:xfrm>
            <a:off x="13944600" y="266700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3968834"/>
            <a:ext cx="16230600" cy="2565720"/>
            <a:chOff x="0" y="0"/>
            <a:chExt cx="4274726" cy="8175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817550"/>
            </a:xfrm>
            <a:custGeom>
              <a:avLst/>
              <a:gdLst/>
              <a:ahLst/>
              <a:cxnLst/>
              <a:rect l="l" t="t" r="r" b="b"/>
              <a:pathLst>
                <a:path w="4274726" h="817550">
                  <a:moveTo>
                    <a:pt x="0" y="0"/>
                  </a:moveTo>
                  <a:lnTo>
                    <a:pt x="4274726" y="0"/>
                  </a:lnTo>
                  <a:lnTo>
                    <a:pt x="4274726" y="817550"/>
                  </a:lnTo>
                  <a:lnTo>
                    <a:pt x="0" y="817550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8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504501" y="1556712"/>
            <a:ext cx="7278998" cy="828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3"/>
              </a:lnSpc>
              <a:spcBef>
                <a:spcPct val="0"/>
              </a:spcBef>
            </a:pPr>
            <a:r>
              <a:rPr lang="en-US" sz="4780" dirty="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6631259" y="2368463"/>
            <a:ext cx="5025481" cy="208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04D845-CC8D-1E48-EDB4-EB0F75D555DC}"/>
              </a:ext>
            </a:extLst>
          </p:cNvPr>
          <p:cNvSpPr txBox="1"/>
          <p:nvPr/>
        </p:nvSpPr>
        <p:spPr>
          <a:xfrm>
            <a:off x="1407869" y="4626038"/>
            <a:ext cx="2273154" cy="152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Omar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El-Qersh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7F6EDA-DBC4-B450-9066-4BFF6FE12E23}"/>
              </a:ext>
            </a:extLst>
          </p:cNvPr>
          <p:cNvSpPr txBox="1"/>
          <p:nvPr/>
        </p:nvSpPr>
        <p:spPr>
          <a:xfrm>
            <a:off x="4172068" y="4610803"/>
            <a:ext cx="2209800" cy="152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Ahmed</a:t>
            </a:r>
            <a:b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Mekky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8E34B9-A283-8E79-E892-BEC06C2893A3}"/>
              </a:ext>
            </a:extLst>
          </p:cNvPr>
          <p:cNvSpPr txBox="1"/>
          <p:nvPr/>
        </p:nvSpPr>
        <p:spPr>
          <a:xfrm>
            <a:off x="7170974" y="4626038"/>
            <a:ext cx="3471306" cy="152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Abdelrahman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Hisham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89D221-4802-834A-0C80-E32E415C5F12}"/>
              </a:ext>
            </a:extLst>
          </p:cNvPr>
          <p:cNvSpPr txBox="1"/>
          <p:nvPr/>
        </p:nvSpPr>
        <p:spPr>
          <a:xfrm>
            <a:off x="11157413" y="4626038"/>
            <a:ext cx="3049582" cy="152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Moataz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El-Mesmary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D9B61B-D9A3-4970-05C0-DBEECBB52D50}"/>
              </a:ext>
            </a:extLst>
          </p:cNvPr>
          <p:cNvSpPr txBox="1"/>
          <p:nvPr/>
        </p:nvSpPr>
        <p:spPr>
          <a:xfrm>
            <a:off x="14698040" y="4626038"/>
            <a:ext cx="2209800" cy="152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Seif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Salah</a:t>
            </a:r>
          </a:p>
        </p:txBody>
      </p:sp>
      <p:sp>
        <p:nvSpPr>
          <p:cNvPr id="54" name="Freeform 9">
            <a:extLst>
              <a:ext uri="{FF2B5EF4-FFF2-40B4-BE49-F238E27FC236}">
                <a16:creationId xmlns:a16="http://schemas.microsoft.com/office/drawing/2014/main" id="{B0903656-00F7-2399-A57D-7C3CF5999FCA}"/>
              </a:ext>
            </a:extLst>
          </p:cNvPr>
          <p:cNvSpPr/>
          <p:nvPr/>
        </p:nvSpPr>
        <p:spPr>
          <a:xfrm>
            <a:off x="15011400" y="178072"/>
            <a:ext cx="3132371" cy="3098199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7" name="Freeform 9">
            <a:extLst>
              <a:ext uri="{FF2B5EF4-FFF2-40B4-BE49-F238E27FC236}">
                <a16:creationId xmlns:a16="http://schemas.microsoft.com/office/drawing/2014/main" id="{565EB39E-4BEA-7E93-E902-0484D71AABC0}"/>
              </a:ext>
            </a:extLst>
          </p:cNvPr>
          <p:cNvSpPr/>
          <p:nvPr/>
        </p:nvSpPr>
        <p:spPr>
          <a:xfrm rot="16200000">
            <a:off x="127143" y="246886"/>
            <a:ext cx="3132371" cy="3098199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05200" y="379096"/>
            <a:ext cx="7857878" cy="1510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43"/>
              </a:lnSpc>
              <a:spcBef>
                <a:spcPct val="0"/>
              </a:spcBef>
            </a:pPr>
            <a:r>
              <a:rPr lang="en-US" sz="6000" dirty="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3505200" y="1943100"/>
            <a:ext cx="6477001" cy="137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14782800" y="387350"/>
            <a:ext cx="3276600" cy="313822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4250A-3015-4879-8281-CB19192627B1}"/>
              </a:ext>
            </a:extLst>
          </p:cNvPr>
          <p:cNvSpPr txBox="1"/>
          <p:nvPr/>
        </p:nvSpPr>
        <p:spPr>
          <a:xfrm>
            <a:off x="3505200" y="3009900"/>
            <a:ext cx="11658600" cy="4196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dirty="0"/>
              <a:t>- Build SQL database for exam management.</a:t>
            </a:r>
          </a:p>
          <a:p>
            <a:pPr>
              <a:lnSpc>
                <a:spcPct val="125000"/>
              </a:lnSpc>
            </a:pPr>
            <a:r>
              <a:rPr lang="en-US" sz="3600" dirty="0"/>
              <a:t>- Manage student, exam, and course data.</a:t>
            </a:r>
          </a:p>
          <a:p>
            <a:pPr>
              <a:lnSpc>
                <a:spcPct val="125000"/>
              </a:lnSpc>
            </a:pPr>
            <a:r>
              <a:rPr lang="en-US" sz="3600" dirty="0"/>
              <a:t>- Develop CRUD stored procedures.</a:t>
            </a:r>
          </a:p>
          <a:p>
            <a:pPr>
              <a:lnSpc>
                <a:spcPct val="125000"/>
              </a:lnSpc>
            </a:pPr>
            <a:r>
              <a:rPr lang="en-US" sz="3600" dirty="0"/>
              <a:t>- Automate exam creation/evaluation.</a:t>
            </a:r>
          </a:p>
          <a:p>
            <a:pPr>
              <a:lnSpc>
                <a:spcPct val="125000"/>
              </a:lnSpc>
            </a:pPr>
            <a:r>
              <a:rPr lang="en-US" sz="3600" dirty="0"/>
              <a:t>- Generate performance and exam reports.</a:t>
            </a:r>
          </a:p>
          <a:p>
            <a:pPr>
              <a:lnSpc>
                <a:spcPct val="125000"/>
              </a:lnSpc>
            </a:pPr>
            <a:r>
              <a:rPr lang="en-US" sz="3600" dirty="0"/>
              <a:t>- Visualize key metrics with Power BI.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F83FA74-D7E0-DAC9-97E8-85E8AE23B8F2}"/>
              </a:ext>
            </a:extLst>
          </p:cNvPr>
          <p:cNvSpPr/>
          <p:nvPr/>
        </p:nvSpPr>
        <p:spPr>
          <a:xfrm rot="5400000">
            <a:off x="14855537" y="6692240"/>
            <a:ext cx="3276600" cy="313822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5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05200" y="379096"/>
            <a:ext cx="7857878" cy="1510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343"/>
              </a:lnSpc>
              <a:spcBef>
                <a:spcPct val="0"/>
              </a:spcBef>
            </a:pPr>
            <a:r>
              <a:rPr lang="en-US" sz="6000" dirty="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Software Tools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3505200" y="1943100"/>
            <a:ext cx="6477001" cy="137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14782800" y="387350"/>
            <a:ext cx="3276600" cy="313822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4250A-3015-4879-8281-CB19192627B1}"/>
              </a:ext>
            </a:extLst>
          </p:cNvPr>
          <p:cNvSpPr txBox="1"/>
          <p:nvPr/>
        </p:nvSpPr>
        <p:spPr>
          <a:xfrm>
            <a:off x="3505200" y="3009900"/>
            <a:ext cx="11423073" cy="66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endParaRPr lang="en-US" sz="3200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F83FA74-D7E0-DAC9-97E8-85E8AE23B8F2}"/>
              </a:ext>
            </a:extLst>
          </p:cNvPr>
          <p:cNvSpPr/>
          <p:nvPr/>
        </p:nvSpPr>
        <p:spPr>
          <a:xfrm rot="5400000">
            <a:off x="14855537" y="6692240"/>
            <a:ext cx="3276600" cy="313822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D810F3-2338-4B3F-A473-5B2959F765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323" y="6362700"/>
            <a:ext cx="2476500" cy="2476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792CCD-D7D7-4A46-8416-802FAD5C6E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199" y="2782100"/>
            <a:ext cx="1847850" cy="2476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D7B42E-D0DD-4159-87CB-2BEEE3FBDE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4106" y="4810120"/>
            <a:ext cx="1990612" cy="19906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9666B5-6E5E-4307-9AE7-4E09D9EB55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635" y="6359236"/>
            <a:ext cx="4757294" cy="23786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F671E62-ED57-430B-A29B-4F56DEDEB0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313" y="7611341"/>
            <a:ext cx="2914794" cy="15279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97372AC-5CB9-41EC-93DD-60D872B56B2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756" y="6359236"/>
            <a:ext cx="3067898" cy="10517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1D5D20B-F951-4A64-814E-80529D5675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307" y="2735660"/>
            <a:ext cx="2971800" cy="26329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1C4668-3435-1646-814C-2CB109258B2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26186" y="2813268"/>
            <a:ext cx="2313004" cy="25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8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505200" y="379096"/>
            <a:ext cx="7857878" cy="1510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43"/>
              </a:lnSpc>
              <a:spcBef>
                <a:spcPct val="0"/>
              </a:spcBef>
            </a:pPr>
            <a:r>
              <a:rPr lang="en-US" sz="6000" dirty="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Workflow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3505200" y="1943100"/>
            <a:ext cx="6477001" cy="137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14782800" y="387350"/>
            <a:ext cx="3276600" cy="313822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F83FA74-D7E0-DAC9-97E8-85E8AE23B8F2}"/>
              </a:ext>
            </a:extLst>
          </p:cNvPr>
          <p:cNvSpPr/>
          <p:nvPr/>
        </p:nvSpPr>
        <p:spPr>
          <a:xfrm rot="5400000">
            <a:off x="14855537" y="6692240"/>
            <a:ext cx="3276600" cy="313822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5A3274-9A8B-4213-89D9-E91FFB057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2587119"/>
            <a:ext cx="13548116" cy="617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EA4CE6B-958E-4FF7-8159-4EA389BB0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544" y="1181100"/>
            <a:ext cx="14817012" cy="8002642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CF9E4-A0C2-C032-7174-F10DBDC35EDF}"/>
              </a:ext>
            </a:extLst>
          </p:cNvPr>
          <p:cNvSpPr txBox="1"/>
          <p:nvPr/>
        </p:nvSpPr>
        <p:spPr>
          <a:xfrm>
            <a:off x="0" y="876300"/>
            <a:ext cx="3086100" cy="1533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43"/>
              </a:lnSpc>
              <a:spcBef>
                <a:spcPct val="0"/>
              </a:spcBef>
            </a:pPr>
            <a:r>
              <a:rPr lang="en-US" sz="6000" dirty="0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ERD</a:t>
            </a:r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5CA61E23-1F7C-493A-7E5E-2739FDD67231}"/>
              </a:ext>
            </a:extLst>
          </p:cNvPr>
          <p:cNvSpPr/>
          <p:nvPr/>
        </p:nvSpPr>
        <p:spPr>
          <a:xfrm flipV="1">
            <a:off x="266415" y="24003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190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876300"/>
            <a:ext cx="3086100" cy="1463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43"/>
              </a:lnSpc>
              <a:spcBef>
                <a:spcPct val="0"/>
              </a:spcBef>
            </a:pPr>
            <a:r>
              <a:rPr lang="en-US" sz="4400" dirty="0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Mapping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2E147D27-C0EB-411F-A8D6-880E593BF779}"/>
              </a:ext>
            </a:extLst>
          </p:cNvPr>
          <p:cNvSpPr/>
          <p:nvPr/>
        </p:nvSpPr>
        <p:spPr>
          <a:xfrm flipV="1">
            <a:off x="266415" y="27051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9702D7-0397-474A-9C17-91D12A449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3400" y="401296"/>
            <a:ext cx="12115800" cy="9484408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3445070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0FD80-1975-C029-7677-D35A1905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6B65C2-A9F3-2C86-FABB-C54E8F9062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46C8388-07A5-B300-3F89-6AA0E95349D5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CC46F31-B3BA-2F85-3AB2-F40CDE98ED84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EFB9A0F-2930-AE2A-9A10-7D6E13791827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72F2812-A575-93B6-707C-9EEB4D70826C}"/>
              </a:ext>
            </a:extLst>
          </p:cNvPr>
          <p:cNvSpPr txBox="1"/>
          <p:nvPr/>
        </p:nvSpPr>
        <p:spPr>
          <a:xfrm>
            <a:off x="0" y="876300"/>
            <a:ext cx="3086100" cy="1463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43"/>
              </a:lnSpc>
              <a:spcBef>
                <a:spcPct val="0"/>
              </a:spcBef>
            </a:pPr>
            <a:r>
              <a:rPr lang="en-US" sz="4400" dirty="0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Mapping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A92BD33E-BB87-AA45-072E-603C08F16EFD}"/>
              </a:ext>
            </a:extLst>
          </p:cNvPr>
          <p:cNvSpPr/>
          <p:nvPr/>
        </p:nvSpPr>
        <p:spPr>
          <a:xfrm flipV="1">
            <a:off x="266415" y="27051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697A3-81B2-B05E-66F8-76BCF60A7A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5" b="2451"/>
          <a:stretch>
            <a:fillRect/>
          </a:stretch>
        </p:blipFill>
        <p:spPr>
          <a:xfrm>
            <a:off x="4419600" y="342900"/>
            <a:ext cx="12705453" cy="9527341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385390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266130" y="27813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976EC-AF49-415B-802B-06952A025649}"/>
              </a:ext>
            </a:extLst>
          </p:cNvPr>
          <p:cNvSpPr txBox="1"/>
          <p:nvPr/>
        </p:nvSpPr>
        <p:spPr>
          <a:xfrm>
            <a:off x="228600" y="1181100"/>
            <a:ext cx="25908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Database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Creation</a:t>
            </a: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C3D70A95-9D7A-473A-B1DC-DF1EAE08BCE1}"/>
              </a:ext>
            </a:extLst>
          </p:cNvPr>
          <p:cNvSpPr/>
          <p:nvPr/>
        </p:nvSpPr>
        <p:spPr>
          <a:xfrm>
            <a:off x="15316200" y="387350"/>
            <a:ext cx="2607142" cy="25787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EC5BE2-C656-485D-BBFF-78F29B365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316227"/>
            <a:ext cx="9331342" cy="5208274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12" name="Freeform 9">
            <a:extLst>
              <a:ext uri="{FF2B5EF4-FFF2-40B4-BE49-F238E27FC236}">
                <a16:creationId xmlns:a16="http://schemas.microsoft.com/office/drawing/2014/main" id="{03D681AB-DF30-117C-7B11-7B398C102DE0}"/>
              </a:ext>
            </a:extLst>
          </p:cNvPr>
          <p:cNvSpPr/>
          <p:nvPr/>
        </p:nvSpPr>
        <p:spPr>
          <a:xfrm rot="10800000">
            <a:off x="3276601" y="7658100"/>
            <a:ext cx="2465294" cy="24384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D59033-2525-48D6-837D-B92559E2F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2505" y="5295900"/>
            <a:ext cx="6695920" cy="4754940"/>
          </a:xfrm>
          <a:prstGeom prst="rect">
            <a:avLst/>
          </a:prstGeom>
          <a:ln w="19050">
            <a:solidFill>
              <a:srgbClr val="593C8F"/>
            </a:solidFill>
          </a:ln>
          <a:effectLst>
            <a:outerShdw blurRad="139700" dist="25400" dir="8100000" algn="tr" rotWithShape="0">
              <a:schemeClr val="bg1">
                <a:lumMod val="6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2774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266130" y="27813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976EC-AF49-415B-802B-06952A025649}"/>
              </a:ext>
            </a:extLst>
          </p:cNvPr>
          <p:cNvSpPr txBox="1"/>
          <p:nvPr/>
        </p:nvSpPr>
        <p:spPr>
          <a:xfrm>
            <a:off x="228600" y="1181100"/>
            <a:ext cx="25908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Database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Creation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ADCE0-44E0-4746-89D6-2A0D9744E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647700"/>
            <a:ext cx="6400800" cy="8805948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9" name="Freeform 9">
            <a:extLst>
              <a:ext uri="{FF2B5EF4-FFF2-40B4-BE49-F238E27FC236}">
                <a16:creationId xmlns:a16="http://schemas.microsoft.com/office/drawing/2014/main" id="{9E1557BE-FDEC-934D-4015-D8CA5115710B}"/>
              </a:ext>
            </a:extLst>
          </p:cNvPr>
          <p:cNvSpPr/>
          <p:nvPr/>
        </p:nvSpPr>
        <p:spPr>
          <a:xfrm>
            <a:off x="15517064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9198A8E3-8A40-BE72-0B94-B577C8E720B8}"/>
              </a:ext>
            </a:extLst>
          </p:cNvPr>
          <p:cNvSpPr/>
          <p:nvPr/>
        </p:nvSpPr>
        <p:spPr>
          <a:xfrm rot="10800000">
            <a:off x="3276601" y="7760070"/>
            <a:ext cx="2362199" cy="2336429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8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3842-D7EB-8887-869F-1B1B7FD0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C6451C-6C80-9254-4C7D-A5F4842DC2A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856347C-7ECF-B7D6-1511-3961C45CF528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C1BAEDA-3EA0-6DDF-3F63-20AD8EBBC58E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8ECDAF-AACD-BE28-B85E-D277FD9CB6E1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AutoShape 8">
            <a:extLst>
              <a:ext uri="{FF2B5EF4-FFF2-40B4-BE49-F238E27FC236}">
                <a16:creationId xmlns:a16="http://schemas.microsoft.com/office/drawing/2014/main" id="{5C1444EC-192D-2086-7C27-A74CD00A7EC2}"/>
              </a:ext>
            </a:extLst>
          </p:cNvPr>
          <p:cNvSpPr/>
          <p:nvPr/>
        </p:nvSpPr>
        <p:spPr>
          <a:xfrm flipV="1">
            <a:off x="266130" y="27813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F84D93-5193-779D-592A-956B8C7F4FCE}"/>
              </a:ext>
            </a:extLst>
          </p:cNvPr>
          <p:cNvSpPr txBox="1"/>
          <p:nvPr/>
        </p:nvSpPr>
        <p:spPr>
          <a:xfrm>
            <a:off x="228600" y="1181100"/>
            <a:ext cx="25908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Database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F8FD99-3E63-BA96-0678-C024DB677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0" r="9180" b="2530"/>
          <a:stretch>
            <a:fillRect/>
          </a:stretch>
        </p:blipFill>
        <p:spPr>
          <a:xfrm>
            <a:off x="4899003" y="265612"/>
            <a:ext cx="11560197" cy="9754688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9" name="Freeform 9">
            <a:extLst>
              <a:ext uri="{FF2B5EF4-FFF2-40B4-BE49-F238E27FC236}">
                <a16:creationId xmlns:a16="http://schemas.microsoft.com/office/drawing/2014/main" id="{39BA384F-7625-8B6C-43DB-AA2F56669DA5}"/>
              </a:ext>
            </a:extLst>
          </p:cNvPr>
          <p:cNvSpPr/>
          <p:nvPr/>
        </p:nvSpPr>
        <p:spPr>
          <a:xfrm>
            <a:off x="16687800" y="1143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59FD69E5-EDFF-1C16-143F-50DDE42EC2F5}"/>
              </a:ext>
            </a:extLst>
          </p:cNvPr>
          <p:cNvSpPr/>
          <p:nvPr/>
        </p:nvSpPr>
        <p:spPr>
          <a:xfrm rot="10800000">
            <a:off x="3276600" y="8724899"/>
            <a:ext cx="1386727" cy="1371599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481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266130" y="27813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976EC-AF49-415B-802B-06952A025649}"/>
              </a:ext>
            </a:extLst>
          </p:cNvPr>
          <p:cNvSpPr txBox="1"/>
          <p:nvPr/>
        </p:nvSpPr>
        <p:spPr>
          <a:xfrm>
            <a:off x="76200" y="1181100"/>
            <a:ext cx="30099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Data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Generation</a:t>
            </a: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C3D70A95-9D7A-473A-B1DC-DF1EAE08BCE1}"/>
              </a:ext>
            </a:extLst>
          </p:cNvPr>
          <p:cNvSpPr/>
          <p:nvPr/>
        </p:nvSpPr>
        <p:spPr>
          <a:xfrm>
            <a:off x="15316200" y="387350"/>
            <a:ext cx="2607142" cy="25787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03D681AB-DF30-117C-7B11-7B398C102DE0}"/>
              </a:ext>
            </a:extLst>
          </p:cNvPr>
          <p:cNvSpPr/>
          <p:nvPr/>
        </p:nvSpPr>
        <p:spPr>
          <a:xfrm rot="10800000">
            <a:off x="3276601" y="7658100"/>
            <a:ext cx="2465294" cy="24384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34682-4881-4DBC-9100-F69BD5A2669F}"/>
              </a:ext>
            </a:extLst>
          </p:cNvPr>
          <p:cNvSpPr txBox="1"/>
          <p:nvPr/>
        </p:nvSpPr>
        <p:spPr>
          <a:xfrm>
            <a:off x="3886200" y="2623803"/>
            <a:ext cx="11734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Used ChatGPT to generate varied dummy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Ensured data consistency and coverage of all database entities for    effective testing.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Saved time and effort while maintaining data diversity for queries and reports.</a:t>
            </a:r>
          </a:p>
        </p:txBody>
      </p:sp>
    </p:spTree>
    <p:extLst>
      <p:ext uri="{BB962C8B-B14F-4D97-AF65-F5344CB8AC3E}">
        <p14:creationId xmlns:p14="http://schemas.microsoft.com/office/powerpoint/2010/main" val="1113401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4F8697-A4CD-4E76-AE2C-64E0E390FD57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C6A6C1-AC88-44E5-AD5C-A6BFC679C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870" y="5067300"/>
            <a:ext cx="9652730" cy="3693592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4057A0-16F5-4FB4-ACC5-1775CDDF5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870" y="1028700"/>
            <a:ext cx="9652730" cy="3731174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Freeform 9">
            <a:extLst>
              <a:ext uri="{FF2B5EF4-FFF2-40B4-BE49-F238E27FC236}">
                <a16:creationId xmlns:a16="http://schemas.microsoft.com/office/drawing/2014/main" id="{BCA9D4AD-57EB-9809-2CEA-D8C4353729AA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4A02781-2341-A048-A657-2D181A713CE4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665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92BB0ED-1E0B-485F-9621-710556AC8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535" y="1363004"/>
            <a:ext cx="9928010" cy="7560992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6831887A-AF62-1559-8223-B084AF34646A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9698D456-6026-29D5-5D7C-F0803C1639A9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E3200FB8-B138-0C21-6D06-9D401055DA2A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8F8E0-61D1-226A-FECD-912521BBCAA0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</p:spTree>
    <p:extLst>
      <p:ext uri="{BB962C8B-B14F-4D97-AF65-F5344CB8AC3E}">
        <p14:creationId xmlns:p14="http://schemas.microsoft.com/office/powerpoint/2010/main" val="1760514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B2E2591-B753-41E7-88D0-F81E477AC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082802"/>
            <a:ext cx="9443484" cy="8121395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31B20FE3-3DBE-9881-D6FD-6620509E4AE3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E8CCA8-AF66-765A-6BE3-B5AA827167FF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C417A383-4168-C65F-F950-3432F575BAD8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07D3D405-E74F-B00B-142C-718E0B49FA19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28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3948-450B-3C34-E2B1-B5203E03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5583C0-929D-8DBF-9437-9C87A00839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D80D2D3-82ED-0BBC-E8A8-7B7B0E75EC0F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3B9186-6DA1-005D-308C-E6E186AFA008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6B230B5-693A-A754-11BB-AD7C0B57E783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C4DABDF4-6E91-079C-EA72-1B15E164C6C1}"/>
              </a:ext>
            </a:extLst>
          </p:cNvPr>
          <p:cNvSpPr txBox="1"/>
          <p:nvPr/>
        </p:nvSpPr>
        <p:spPr>
          <a:xfrm>
            <a:off x="0" y="876300"/>
            <a:ext cx="3086100" cy="1463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43"/>
              </a:lnSpc>
              <a:spcBef>
                <a:spcPct val="0"/>
              </a:spcBef>
            </a:pPr>
            <a:r>
              <a:rPr lang="en-US" sz="4400" dirty="0">
                <a:solidFill>
                  <a:schemeClr val="bg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Mapping</a:t>
            </a: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9E42024D-3295-1F25-DAB1-7980372A1397}"/>
              </a:ext>
            </a:extLst>
          </p:cNvPr>
          <p:cNvSpPr/>
          <p:nvPr/>
        </p:nvSpPr>
        <p:spPr>
          <a:xfrm flipV="1">
            <a:off x="266415" y="2705100"/>
            <a:ext cx="2553269" cy="2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A1EF2-F16D-A4ED-DE05-4C762C81AA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5" b="2451"/>
          <a:stretch>
            <a:fillRect/>
          </a:stretch>
        </p:blipFill>
        <p:spPr>
          <a:xfrm>
            <a:off x="4419600" y="342900"/>
            <a:ext cx="12705453" cy="9527341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1593352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D3CA6D-D5A3-458E-B5E8-BB18AB891C0A}"/>
              </a:ext>
            </a:extLst>
          </p:cNvPr>
          <p:cNvSpPr txBox="1"/>
          <p:nvPr/>
        </p:nvSpPr>
        <p:spPr>
          <a:xfrm>
            <a:off x="3733800" y="1200569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dirty="0"/>
              <a:t>A.	</a:t>
            </a:r>
            <a:r>
              <a:rPr lang="en-US" sz="2800" dirty="0"/>
              <a:t>Exam generation 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CDB24D3-B99F-4011-8BBA-CAB86FD47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98" y="2205545"/>
            <a:ext cx="9372600" cy="6880886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6" name="AutoShape 8">
            <a:extLst>
              <a:ext uri="{FF2B5EF4-FFF2-40B4-BE49-F238E27FC236}">
                <a16:creationId xmlns:a16="http://schemas.microsoft.com/office/drawing/2014/main" id="{4F0E7FA9-1C95-AA76-CF7B-811528E74823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4C6A2-352A-B14D-998D-35BB3A7371AF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D27D8-CAD7-ACDB-B9E6-C0FC1F2784B8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7DA379B-5BC3-FC52-EAD4-135D150B9F5C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A4069748-6D39-98A4-3AA4-0730F663957E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929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DD3CA6D-D5A3-458E-B5E8-BB18AB891C0A}"/>
              </a:ext>
            </a:extLst>
          </p:cNvPr>
          <p:cNvSpPr txBox="1"/>
          <p:nvPr/>
        </p:nvSpPr>
        <p:spPr>
          <a:xfrm>
            <a:off x="3733800" y="1200569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dirty="0"/>
              <a:t>A.	</a:t>
            </a:r>
            <a:r>
              <a:rPr lang="en-US" sz="2800" dirty="0"/>
              <a:t>Exam generation </a:t>
            </a:r>
            <a:endParaRPr lang="en-US" dirty="0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4F0E7FA9-1C95-AA76-CF7B-811528E74823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4C6A2-352A-B14D-998D-35BB3A7371AF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D27D8-CAD7-ACDB-B9E6-C0FC1F2784B8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7DA379B-5BC3-FC52-EAD4-135D150B9F5C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A4069748-6D39-98A4-3AA4-0730F663957E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67161E-D69E-401D-A73A-F9C3BB2C61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401724"/>
            <a:ext cx="7162800" cy="6527391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3316147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1B33C6-DC08-4714-BC1E-C3EC6E6D5920}"/>
              </a:ext>
            </a:extLst>
          </p:cNvPr>
          <p:cNvSpPr txBox="1"/>
          <p:nvPr/>
        </p:nvSpPr>
        <p:spPr>
          <a:xfrm>
            <a:off x="3810000" y="11811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593C8F"/>
                </a:solidFill>
              </a:rPr>
              <a:t>B.</a:t>
            </a:r>
            <a:r>
              <a:rPr lang="en-US" sz="2400" dirty="0">
                <a:solidFill>
                  <a:srgbClr val="593C8F"/>
                </a:solidFill>
              </a:rPr>
              <a:t>	</a:t>
            </a:r>
            <a:r>
              <a:rPr lang="en-US" sz="2800" b="1" dirty="0">
                <a:solidFill>
                  <a:srgbClr val="593C8F"/>
                </a:solidFill>
              </a:rPr>
              <a:t>Assigning Exam</a:t>
            </a:r>
            <a:endParaRPr lang="en-US" sz="2400" b="1" dirty="0">
              <a:solidFill>
                <a:srgbClr val="593C8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CAA0FD-40BB-405F-8935-F0874B583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4"/>
          <a:stretch>
            <a:fillRect/>
          </a:stretch>
        </p:blipFill>
        <p:spPr>
          <a:xfrm>
            <a:off x="5864758" y="2247900"/>
            <a:ext cx="9705544" cy="6318165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43E88F16-E477-BAF0-54D6-114EB68AE259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BEC2B-1C93-2610-553A-9B95F4291A37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E245F-0C07-B573-A151-BB6F506B897F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930E413C-B37E-B58B-A1AE-25C16B2F3E77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46FAF830-F9D5-4801-F90C-A1754CDE459A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672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1B33C6-DC08-4714-BC1E-C3EC6E6D5920}"/>
              </a:ext>
            </a:extLst>
          </p:cNvPr>
          <p:cNvSpPr txBox="1"/>
          <p:nvPr/>
        </p:nvSpPr>
        <p:spPr>
          <a:xfrm>
            <a:off x="3810000" y="11811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593C8F"/>
                </a:solidFill>
              </a:rPr>
              <a:t>B.</a:t>
            </a:r>
            <a:r>
              <a:rPr lang="en-US" sz="2400" dirty="0">
                <a:solidFill>
                  <a:srgbClr val="593C8F"/>
                </a:solidFill>
              </a:rPr>
              <a:t>	</a:t>
            </a:r>
            <a:r>
              <a:rPr lang="en-US" sz="2800" b="1" dirty="0">
                <a:solidFill>
                  <a:srgbClr val="593C8F"/>
                </a:solidFill>
              </a:rPr>
              <a:t>Assigning Exam</a:t>
            </a:r>
            <a:endParaRPr lang="en-US" sz="2400" b="1" dirty="0">
              <a:solidFill>
                <a:srgbClr val="593C8F"/>
              </a:solidFill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43E88F16-E477-BAF0-54D6-114EB68AE259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BEC2B-1C93-2610-553A-9B95F4291A37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E245F-0C07-B573-A151-BB6F506B897F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930E413C-B37E-B58B-A1AE-25C16B2F3E77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46FAF830-F9D5-4801-F90C-A1754CDE459A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E5B66C-62FF-4AE6-897A-E38AAD4153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75" b="1425"/>
          <a:stretch>
            <a:fillRect/>
          </a:stretch>
        </p:blipFill>
        <p:spPr>
          <a:xfrm>
            <a:off x="5562600" y="2247899"/>
            <a:ext cx="9753600" cy="6553201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1702187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1B33C6-DC08-4714-BC1E-C3EC6E6D5920}"/>
              </a:ext>
            </a:extLst>
          </p:cNvPr>
          <p:cNvSpPr txBox="1"/>
          <p:nvPr/>
        </p:nvSpPr>
        <p:spPr>
          <a:xfrm>
            <a:off x="3581400" y="11811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dirty="0"/>
              <a:t>C.	</a:t>
            </a:r>
            <a:r>
              <a:rPr lang="en-US" sz="2800" dirty="0"/>
              <a:t>Taking Student Answer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ACE51-0F9E-4177-9BFA-BB358E563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628900"/>
            <a:ext cx="12954000" cy="5282353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3975FEF0-2559-D943-B48B-A27C89966595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522C0-1744-BB70-8597-6D8C75DB013D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188B1-8668-34EE-70B9-3100E5F6BE27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D13721D-9A6B-4A26-88FA-02AEA9C63D02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4B1C80F1-AEC5-33CE-05A8-A82C246465B7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05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1B33C6-DC08-4714-BC1E-C3EC6E6D5920}"/>
              </a:ext>
            </a:extLst>
          </p:cNvPr>
          <p:cNvSpPr txBox="1"/>
          <p:nvPr/>
        </p:nvSpPr>
        <p:spPr>
          <a:xfrm>
            <a:off x="3581400" y="11811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dirty="0"/>
              <a:t>C.	</a:t>
            </a:r>
            <a:r>
              <a:rPr lang="en-US" sz="2800" dirty="0"/>
              <a:t>Taking Student Answer</a:t>
            </a:r>
            <a:endParaRPr lang="en-US" dirty="0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3975FEF0-2559-D943-B48B-A27C89966595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522C0-1744-BB70-8597-6D8C75DB013D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188B1-8668-34EE-70B9-3100E5F6BE27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D13721D-9A6B-4A26-88FA-02AEA9C63D02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4B1C80F1-AEC5-33CE-05A8-A82C246465B7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CE0F5C-8A40-445A-9C05-02D4E354F0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133095"/>
            <a:ext cx="8052574" cy="4152900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13F1DC-B30A-47EF-875D-CB95791E0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0" y="5638799"/>
            <a:ext cx="8642263" cy="4152901"/>
          </a:xfrm>
          <a:prstGeom prst="rect">
            <a:avLst/>
          </a:prstGeom>
          <a:ln w="19050">
            <a:solidFill>
              <a:srgbClr val="593C8F"/>
            </a:solidFill>
          </a:ln>
          <a:effectLst>
            <a:outerShdw blurRad="139700" dist="25400" dir="8100000" algn="tr" rotWithShape="0">
              <a:schemeClr val="bg1">
                <a:lumMod val="6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8198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1B33C6-DC08-4714-BC1E-C3EC6E6D5920}"/>
              </a:ext>
            </a:extLst>
          </p:cNvPr>
          <p:cNvSpPr txBox="1"/>
          <p:nvPr/>
        </p:nvSpPr>
        <p:spPr>
          <a:xfrm>
            <a:off x="3733800" y="11811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dirty="0"/>
              <a:t>D.	</a:t>
            </a:r>
            <a:r>
              <a:rPr lang="en-US" sz="2800" dirty="0"/>
              <a:t>Grouping Final Result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FBB192-DEEF-4FD4-8BBF-C3B354F7D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519" y="2213728"/>
            <a:ext cx="10431081" cy="6892172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6BAE82EC-D4FA-4072-B76B-A9F1DF28EE8B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AEADD-266C-975E-D7FE-BD7A7AF57D3C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A8323-C770-FA22-1BDE-1276DC8C4857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3DE9D931-4D4C-49A9-CD94-08C9A3C0870A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DDC97ACD-C28B-0240-3B75-311C1DB6FEE4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82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F1B33C6-DC08-4714-BC1E-C3EC6E6D5920}"/>
              </a:ext>
            </a:extLst>
          </p:cNvPr>
          <p:cNvSpPr txBox="1"/>
          <p:nvPr/>
        </p:nvSpPr>
        <p:spPr>
          <a:xfrm>
            <a:off x="3733800" y="1181100"/>
            <a:ext cx="579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dirty="0"/>
              <a:t>D.	</a:t>
            </a:r>
            <a:r>
              <a:rPr lang="en-US" sz="2800" dirty="0"/>
              <a:t>Grouping Final Result</a:t>
            </a:r>
            <a:endParaRPr lang="en-US" dirty="0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6BAE82EC-D4FA-4072-B76B-A9F1DF28EE8B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AEADD-266C-975E-D7FE-BD7A7AF57D3C}"/>
              </a:ext>
            </a:extLst>
          </p:cNvPr>
          <p:cNvSpPr txBox="1"/>
          <p:nvPr/>
        </p:nvSpPr>
        <p:spPr>
          <a:xfrm>
            <a:off x="0" y="1181100"/>
            <a:ext cx="3086100" cy="1442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Stored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Procedures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A8323-C770-FA22-1BDE-1276DC8C4857}"/>
              </a:ext>
            </a:extLst>
          </p:cNvPr>
          <p:cNvSpPr txBox="1"/>
          <p:nvPr/>
        </p:nvSpPr>
        <p:spPr>
          <a:xfrm>
            <a:off x="0" y="3407799"/>
            <a:ext cx="2990850" cy="66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 SPs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3DE9D931-4D4C-49A9-CD94-08C9A3C0870A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DDC97ACD-C28B-0240-3B75-311C1DB6FEE4}"/>
              </a:ext>
            </a:extLst>
          </p:cNvPr>
          <p:cNvSpPr/>
          <p:nvPr/>
        </p:nvSpPr>
        <p:spPr>
          <a:xfrm rot="10800000">
            <a:off x="3276600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D20CF9-C51D-42B1-B806-0F0A3CA4CE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47"/>
          <a:stretch>
            <a:fillRect/>
          </a:stretch>
        </p:blipFill>
        <p:spPr>
          <a:xfrm>
            <a:off x="5638800" y="2781300"/>
            <a:ext cx="9698165" cy="5489581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2951266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95E459E-6CFA-4577-BEB5-6246F0B2D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360" y="357189"/>
            <a:ext cx="14020800" cy="8692676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6" name="AutoShape 8">
            <a:extLst>
              <a:ext uri="{FF2B5EF4-FFF2-40B4-BE49-F238E27FC236}">
                <a16:creationId xmlns:a16="http://schemas.microsoft.com/office/drawing/2014/main" id="{1537E14D-B61D-A2A0-3717-E6A1D854C71A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789FC-20ED-1508-B011-D6D5437672B0}"/>
              </a:ext>
            </a:extLst>
          </p:cNvPr>
          <p:cNvSpPr txBox="1"/>
          <p:nvPr/>
        </p:nvSpPr>
        <p:spPr>
          <a:xfrm>
            <a:off x="0" y="1292765"/>
            <a:ext cx="3086100" cy="13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Data</a:t>
            </a: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Warehouse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A160C0-CE32-44C3-B382-E37D40C72F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9130002"/>
            <a:ext cx="9220200" cy="1122835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3172911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-3810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D579305-141D-42CD-8F56-637BB942D2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8" b="1601"/>
          <a:stretch>
            <a:fillRect/>
          </a:stretch>
        </p:blipFill>
        <p:spPr>
          <a:xfrm>
            <a:off x="7112000" y="791972"/>
            <a:ext cx="8111902" cy="3820406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8A6395-3A07-6EC9-462A-9D757135694F}"/>
              </a:ext>
            </a:extLst>
          </p:cNvPr>
          <p:cNvSpPr txBox="1"/>
          <p:nvPr/>
        </p:nvSpPr>
        <p:spPr>
          <a:xfrm>
            <a:off x="4419600" y="2436606"/>
            <a:ext cx="2705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sz="2800" dirty="0"/>
              <a:t>• Fact Table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BBFFB6-EE29-4526-A359-18BCDB0A3F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5" b="2083"/>
          <a:stretch>
            <a:fillRect/>
          </a:stretch>
        </p:blipFill>
        <p:spPr>
          <a:xfrm>
            <a:off x="7112000" y="5028938"/>
            <a:ext cx="8111902" cy="4610362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6FF8FC-68E1-4207-D556-A55A884AE28B}"/>
              </a:ext>
            </a:extLst>
          </p:cNvPr>
          <p:cNvSpPr txBox="1"/>
          <p:nvPr/>
        </p:nvSpPr>
        <p:spPr>
          <a:xfrm>
            <a:off x="4419600" y="7072509"/>
            <a:ext cx="2705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593C8F"/>
                </a:solidFill>
              </a:defRPr>
            </a:lvl1pPr>
          </a:lstStyle>
          <a:p>
            <a:r>
              <a:rPr lang="en-US" sz="2800" dirty="0"/>
              <a:t>• Dimensions</a:t>
            </a:r>
            <a:endParaRPr lang="en-US" dirty="0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3100ABCB-F708-7BFB-DFA3-0A8F3A73EDCB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0" name="Freeform 9">
            <a:extLst>
              <a:ext uri="{FF2B5EF4-FFF2-40B4-BE49-F238E27FC236}">
                <a16:creationId xmlns:a16="http://schemas.microsoft.com/office/drawing/2014/main" id="{375ACD37-A887-5EBB-578E-0F5346E31A72}"/>
              </a:ext>
            </a:extLst>
          </p:cNvPr>
          <p:cNvSpPr/>
          <p:nvPr/>
        </p:nvSpPr>
        <p:spPr>
          <a:xfrm rot="10800000">
            <a:off x="3276601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7A122ACC-0F64-D492-1DDB-3EAECB09479B}"/>
              </a:ext>
            </a:extLst>
          </p:cNvPr>
          <p:cNvSpPr/>
          <p:nvPr/>
        </p:nvSpPr>
        <p:spPr>
          <a:xfrm flipV="1">
            <a:off x="304800" y="27813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14811-AB73-160E-0FCB-C4D3B96852DA}"/>
              </a:ext>
            </a:extLst>
          </p:cNvPr>
          <p:cNvSpPr txBox="1"/>
          <p:nvPr/>
        </p:nvSpPr>
        <p:spPr>
          <a:xfrm>
            <a:off x="0" y="1292765"/>
            <a:ext cx="3086100" cy="13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ETL</a:t>
            </a: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53774F-D04C-E194-7795-127A694B30D0}"/>
              </a:ext>
            </a:extLst>
          </p:cNvPr>
          <p:cNvSpPr txBox="1"/>
          <p:nvPr/>
        </p:nvSpPr>
        <p:spPr>
          <a:xfrm>
            <a:off x="0" y="3355811"/>
            <a:ext cx="3086100" cy="5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2800" b="1" dirty="0">
                <a:solidFill>
                  <a:schemeClr val="bg1"/>
                </a:solidFill>
                <a:latin typeface="League Spartan" panose="020B0604020202020204" charset="0"/>
              </a:rPr>
              <a:t>(in SSIS)</a:t>
            </a:r>
          </a:p>
        </p:txBody>
      </p:sp>
    </p:spTree>
    <p:extLst>
      <p:ext uri="{BB962C8B-B14F-4D97-AF65-F5344CB8AC3E}">
        <p14:creationId xmlns:p14="http://schemas.microsoft.com/office/powerpoint/2010/main" val="3174149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6927" y="10391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3F1145A-A347-413A-AB13-1BF47827B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938" y="1057482"/>
            <a:ext cx="9742320" cy="4518961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F3F6511B-B195-34A3-900D-F72A63D7FEA2}"/>
              </a:ext>
            </a:extLst>
          </p:cNvPr>
          <p:cNvSpPr/>
          <p:nvPr/>
        </p:nvSpPr>
        <p:spPr>
          <a:xfrm flipV="1">
            <a:off x="304800" y="20955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40140-9837-5DEA-D20D-3E6511C6B84C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SSRS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72B26E8-A307-E9F4-BED8-3619A0C8AE8C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1BECF5EC-57F5-875D-5E92-AA7C1D1E9141}"/>
              </a:ext>
            </a:extLst>
          </p:cNvPr>
          <p:cNvSpPr/>
          <p:nvPr/>
        </p:nvSpPr>
        <p:spPr>
          <a:xfrm rot="10800000">
            <a:off x="3276601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8428B7-2061-4161-AFBD-501979F329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6009131"/>
            <a:ext cx="9693298" cy="312420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87955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6927" y="10391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3356CDE-715E-4803-A4F3-8AE2D68E6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818" y="908411"/>
            <a:ext cx="9742320" cy="3745778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F3F6511B-B195-34A3-900D-F72A63D7FEA2}"/>
              </a:ext>
            </a:extLst>
          </p:cNvPr>
          <p:cNvSpPr/>
          <p:nvPr/>
        </p:nvSpPr>
        <p:spPr>
          <a:xfrm flipV="1">
            <a:off x="304800" y="20955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840140-9837-5DEA-D20D-3E6511C6B84C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SSRS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72B26E8-A307-E9F4-BED8-3619A0C8AE8C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1BECF5EC-57F5-875D-5E92-AA7C1D1E9141}"/>
              </a:ext>
            </a:extLst>
          </p:cNvPr>
          <p:cNvSpPr/>
          <p:nvPr/>
        </p:nvSpPr>
        <p:spPr>
          <a:xfrm rot="10800000">
            <a:off x="3276601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7F7DC0-BF7D-43A9-B503-9BDA913643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5143500"/>
            <a:ext cx="8229600" cy="45222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11354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99B2DD3-A128-4E71-A36C-850C436AD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499755"/>
            <a:ext cx="9537703" cy="2895600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Freeform 9">
            <a:extLst>
              <a:ext uri="{FF2B5EF4-FFF2-40B4-BE49-F238E27FC236}">
                <a16:creationId xmlns:a16="http://schemas.microsoft.com/office/drawing/2014/main" id="{32B76A99-CC05-AD4D-6D6A-99835619C186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370C0A36-F0F0-4BC6-B5EF-30B48BBAA520}"/>
              </a:ext>
            </a:extLst>
          </p:cNvPr>
          <p:cNvSpPr/>
          <p:nvPr/>
        </p:nvSpPr>
        <p:spPr>
          <a:xfrm rot="10800000">
            <a:off x="3276601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A5DE6DAF-A32D-C320-598D-BEDF47A785DA}"/>
              </a:ext>
            </a:extLst>
          </p:cNvPr>
          <p:cNvSpPr/>
          <p:nvPr/>
        </p:nvSpPr>
        <p:spPr>
          <a:xfrm flipV="1">
            <a:off x="304800" y="20955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21B31-4AC8-6EF0-64FE-34ADADCE80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SSRS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93EE2A-C1A3-4010-BE1F-DFA0DE6597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593" y="5180882"/>
            <a:ext cx="9418915" cy="3550586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4723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E5F6EA5-77FE-4DE5-A3BD-B819E42F0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892967"/>
            <a:ext cx="10980828" cy="5899599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Freeform 9">
            <a:extLst>
              <a:ext uri="{FF2B5EF4-FFF2-40B4-BE49-F238E27FC236}">
                <a16:creationId xmlns:a16="http://schemas.microsoft.com/office/drawing/2014/main" id="{32B76A99-CC05-AD4D-6D6A-99835619C186}"/>
              </a:ext>
            </a:extLst>
          </p:cNvPr>
          <p:cNvSpPr/>
          <p:nvPr/>
        </p:nvSpPr>
        <p:spPr>
          <a:xfrm>
            <a:off x="15517065" y="266700"/>
            <a:ext cx="2542335" cy="2514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370C0A36-F0F0-4BC6-B5EF-30B48BBAA520}"/>
              </a:ext>
            </a:extLst>
          </p:cNvPr>
          <p:cNvSpPr/>
          <p:nvPr/>
        </p:nvSpPr>
        <p:spPr>
          <a:xfrm rot="10800000">
            <a:off x="3276601" y="7685532"/>
            <a:ext cx="2514599" cy="2487167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A5DE6DAF-A32D-C320-598D-BEDF47A785DA}"/>
              </a:ext>
            </a:extLst>
          </p:cNvPr>
          <p:cNvSpPr/>
          <p:nvPr/>
        </p:nvSpPr>
        <p:spPr>
          <a:xfrm flipV="1">
            <a:off x="304800" y="20955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21B31-4AC8-6EF0-64FE-34ADADCE80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SSRS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23330A-B2A5-4947-B304-5A04696C9C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377" y="6973392"/>
            <a:ext cx="8933346" cy="267290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37270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6938563-EF6A-4214-8F6C-063B90B76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774" y="520176"/>
            <a:ext cx="10340917" cy="5899650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F42D2FD5-EDF9-EDCF-9CAF-26ABEE4065BB}"/>
              </a:ext>
            </a:extLst>
          </p:cNvPr>
          <p:cNvSpPr/>
          <p:nvPr/>
        </p:nvSpPr>
        <p:spPr>
          <a:xfrm flipV="1">
            <a:off x="304800" y="20955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BE466-064C-F0DC-320D-CEA48D882640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SSRS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6B45E939-F91B-4088-9C3A-E9AB183B5505}"/>
              </a:ext>
            </a:extLst>
          </p:cNvPr>
          <p:cNvSpPr/>
          <p:nvPr/>
        </p:nvSpPr>
        <p:spPr>
          <a:xfrm>
            <a:off x="16518591" y="266700"/>
            <a:ext cx="1540809" cy="15240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3D4C7A2B-B271-2C2D-F52F-527983917A56}"/>
              </a:ext>
            </a:extLst>
          </p:cNvPr>
          <p:cNvSpPr/>
          <p:nvPr/>
        </p:nvSpPr>
        <p:spPr>
          <a:xfrm rot="10800000">
            <a:off x="3276600" y="8496299"/>
            <a:ext cx="1694889" cy="1676399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38D8D3-2C34-400B-98B4-656A474D4F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255" y="6743995"/>
            <a:ext cx="6205589" cy="321883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35141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914B178C-745A-48E9-FB11-207468C55BBC}"/>
              </a:ext>
            </a:extLst>
          </p:cNvPr>
          <p:cNvSpPr/>
          <p:nvPr/>
        </p:nvSpPr>
        <p:spPr>
          <a:xfrm flipV="1">
            <a:off x="304800" y="20955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21E75-AF3C-DD88-F8AE-E3421E04C93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SSRS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0B41F12B-76E9-8FC7-4CAC-FCE5540B8C51}"/>
              </a:ext>
            </a:extLst>
          </p:cNvPr>
          <p:cNvSpPr/>
          <p:nvPr/>
        </p:nvSpPr>
        <p:spPr>
          <a:xfrm>
            <a:off x="15902267" y="266700"/>
            <a:ext cx="2157133" cy="21336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BC8A5995-E254-B5AA-C04E-8C06E2E6C7E4}"/>
              </a:ext>
            </a:extLst>
          </p:cNvPr>
          <p:cNvSpPr/>
          <p:nvPr/>
        </p:nvSpPr>
        <p:spPr>
          <a:xfrm rot="10800000">
            <a:off x="3276599" y="7836268"/>
            <a:ext cx="2362200" cy="233643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06EF2-8C5E-4E67-8FD4-FBFC83C738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1176"/>
          <a:stretch/>
        </p:blipFill>
        <p:spPr>
          <a:xfrm>
            <a:off x="3790879" y="517463"/>
            <a:ext cx="8850150" cy="5867400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AFD0BA-6379-4941-8277-92B38BA1EE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1275" y="5303111"/>
            <a:ext cx="5700254" cy="47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32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46CE9-6FB3-19D7-18A8-DB2C866D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065A4D-750A-62C5-83EA-B3B25234CCE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F7785CB-92EF-ED06-451E-2DCFC3500012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09F6748-8280-776D-CA0C-E96E45808851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C0AFE9F-0FEA-6414-81E6-63A437F80B44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84D8D857-D1DC-DE5B-C71A-43A714818117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C27F7A-2771-883C-65CF-82A67C324CB1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B8825AF7-BED9-AE13-17F1-45685AF94866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34C86AEA-08C1-F4CB-FCA3-8749BC152134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CED941-831B-0698-1A9A-D54009157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5684" y="1303155"/>
            <a:ext cx="13885558" cy="7878945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1197084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BD19-872D-014A-D7D8-B0814224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20A42D-4C57-2025-2915-B134F8E64E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21E6D2F-25FA-A39B-E095-F9CCCC38137B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02BD494-382E-8D52-55AD-5236A2CBD35C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AFEC9C5-7953-E4EC-2B28-785FEA1D79CA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E343E600-3A01-B6B4-05C1-3B43057F1477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53422-6732-48BD-03D6-0D2C3D798EC5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BB60C9A3-06F3-BC4B-CA44-DCD8F83D4A67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CF43079A-A109-1FF5-F7EF-985BC84F0D64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1B56D5-98D8-88D8-5013-F89C462D8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1522" y="1303155"/>
            <a:ext cx="13953882" cy="7878945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1980399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DE5C-6F19-27A5-BEE8-008377AC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C3114A-2396-E12B-51B0-1511F28EACA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211704-BBCA-2401-F79C-FFA5480BDD43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75A427-1801-D1E1-9177-B5C1F615801E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1B5E697-F5B5-B6D2-6B65-F2461E49CB2C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D86BFC7E-9764-AB85-8A4A-B39AF6B4C588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1E7A3-6ACF-919E-5E91-D645DBECC982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69D864CB-CB52-D2EB-9343-4BCAA30FC183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515D5172-4D4A-D1F3-38C1-AAB49C5EAB4D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176D46-4FAF-5C62-9823-DF60981ECB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3800" y="1493072"/>
            <a:ext cx="14009326" cy="7499110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8838396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6314-C581-9C2B-3858-B094DDB6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2812B2-BEA6-4A37-AE63-8D0A0F7A1DB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14FDAAD-EC3F-BB7F-0B6E-A7BB9D5C7364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62886A-D80A-7006-DE0F-7CFC7D499719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8E93C0F-4DC0-E849-7D25-95EBF4181371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9F167DE5-A937-7706-A9DD-5D324872ECD2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CCCDB-9A5F-4711-D53E-DCE41ADA4E38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25A4B5D5-D8E5-19E9-1C49-149B1442EF2A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3255DC9A-A455-0A08-0ECD-7559F9E90B76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2CDA10-6894-52D2-E162-952C19A756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3800" y="1877514"/>
            <a:ext cx="14009326" cy="6730226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3530033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1B817-8612-CC47-5783-7AAA6EB7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CA9CFF4-6592-0C3F-6C7C-63DDACD7D71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9DDE8A6-7684-E106-021C-4E014DEAEF4A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146C4B7-9CC8-0210-5808-BAF1517FDA40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9F8513D-66A1-C464-6525-E3E2575C10C6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B7D6B4B6-8BF8-70AF-4327-474BE1BE755C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B2D15-4898-DDC5-0C2A-C32F0C094B3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6CAA65D6-E77F-03E8-60BA-9E9F5D91DCF2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81AB8E21-045B-4DA6-95E0-AED49FC503C7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3DA517-BA4E-9C79-D4FD-723EA691E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3800" y="1409475"/>
            <a:ext cx="14009326" cy="7666305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39469755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DE948-61F4-0466-1D66-DE5CB5477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441785-83AE-3FB4-9C3E-8C0C60472E8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6976A70-30C0-797B-E2AD-520FB48D7D37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D7719D4-1624-43C6-5B84-749CAEDD098C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9BFDF2-F5E5-7F00-81B9-5C78C052F2AD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CA0B2992-B6B0-4F59-4D71-3230654D7164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40546-6929-3110-9109-3C93139F8722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1B41EEBD-D4A7-7F15-DE5E-F228B6D05A23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777C6B7B-6C35-4EAF-9D98-F761C8313BB2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017A55-BDDF-81AA-9600-14C3F0B7A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33800" y="1305581"/>
            <a:ext cx="14009326" cy="7874093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22207172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B8A8-95E6-4B1B-6767-96E5D633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EF92D4-B87B-7CD7-E42D-399F8CA0DF7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D86DC96-977C-5EF6-30A2-F95D16BA66D8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29DDD8-5897-5DD4-BBFC-5B2E347E4DBA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FE8013B-86CC-DC56-C09B-2E25DB84BDC1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A16297CC-CEC0-D7F7-CF3C-178F6819733E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12DD1-B706-B482-59D2-2A96D0FC64B5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APP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A4F2C0E6-7177-0CB4-28D5-557D371AE06F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83BE6A52-D19A-49F0-404D-ACA4E1381028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BD62A4-D806-B4DC-9FA6-8ABAF1FC4B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5200" y="194187"/>
            <a:ext cx="9102701" cy="6854313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14204-A6D9-9A36-B401-CAFBE1231C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44200" y="4533900"/>
            <a:ext cx="7533967" cy="5753100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211760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0703-E8BB-5AEE-6340-E9142250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C019AF-A784-2484-C551-26009338776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74A8D39-E3B8-2C4B-2448-1170E9623862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B737C32-B3DB-EBE3-4BFB-EBD45593D1AD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CC457E0-EC80-4631-6342-3D73662C02B8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DEAE69A7-2D28-6756-25B7-CB52BCEA03B7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42939E-6DF1-3483-65FD-797BBE4DDBD2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APP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66E378CA-09A7-0925-557D-12909AF7DF8D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C8179C21-3AE5-6E45-3B2D-77025FA97D40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6D94F4-5E2E-70E9-4910-4373718A0B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0401" y="84804"/>
            <a:ext cx="9717924" cy="5744496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9213B7-9219-6CED-71D1-EE3B99AA15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2899" y="4152900"/>
            <a:ext cx="9955372" cy="6004838"/>
          </a:xfrm>
          <a:prstGeom prst="rect">
            <a:avLst/>
          </a:prstGeom>
          <a:ln w="19050">
            <a:solidFill>
              <a:srgbClr val="593C8F"/>
            </a:solidFill>
          </a:ln>
        </p:spPr>
      </p:pic>
    </p:spTree>
    <p:extLst>
      <p:ext uri="{BB962C8B-B14F-4D97-AF65-F5344CB8AC3E}">
        <p14:creationId xmlns:p14="http://schemas.microsoft.com/office/powerpoint/2010/main" val="125722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DE948-61F4-0466-1D66-DE5CB5477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441785-83AE-3FB4-9C3E-8C0C60472E8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6976A70-30C0-797B-E2AD-520FB48D7D37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D7719D4-1624-43C6-5B84-749CAEDD098C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9BFDF2-F5E5-7F00-81B9-5C78C052F2AD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CA0B2992-B6B0-4F59-4D71-3230654D7164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40546-6929-3110-9109-3C93139F8722}"/>
              </a:ext>
            </a:extLst>
          </p:cNvPr>
          <p:cNvSpPr txBox="1"/>
          <p:nvPr/>
        </p:nvSpPr>
        <p:spPr>
          <a:xfrm>
            <a:off x="-19050" y="914400"/>
            <a:ext cx="3086100" cy="133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Power BI</a:t>
            </a: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Modeling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1B41EEBD-D4A7-7F15-DE5E-F228B6D05A23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777C6B7B-6C35-4EAF-9D98-F761C8313BB2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7CECEE-5321-4AEC-BFAC-152E75A1F2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937260"/>
            <a:ext cx="12877800" cy="866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42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DB6D9D3-9FC0-0D0B-EF65-B51E0A6EC5A0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20182-FF90-A5E0-7620-D5A53D91B137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4F9C6106-784C-093D-4C1B-10EB7C6B6D6A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661748B-2E8B-1D13-0E85-D81E755C213B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2" name="Picture 11" descr="A group of people in a classroom&#10;&#10;AI-generated content may be incorrect.">
            <a:extLst>
              <a:ext uri="{FF2B5EF4-FFF2-40B4-BE49-F238E27FC236}">
                <a16:creationId xmlns:a16="http://schemas.microsoft.com/office/drawing/2014/main" id="{052FEBAE-6DF2-D7D6-1B81-77B79107E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364" y="1285336"/>
            <a:ext cx="13727441" cy="771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946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C2F230-7A53-4BC3-ABFB-D48F8D1831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1" y="1350846"/>
            <a:ext cx="13938385" cy="783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410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91B665FF-718A-6DC2-7077-82EF75FEDE64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BE9A0-00DD-DCC1-8318-FD33E93EA940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EA645C5A-550B-5FF9-9C80-BD8CD1FA5098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D2033A73-4BA9-C5E2-6210-77C4B5BA04A0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335AC-F8A3-93D5-281F-F15FEEC341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260819"/>
            <a:ext cx="13521176" cy="758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32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96BFD2-7594-4686-B6AF-E6A08D16F9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9" y="1292765"/>
            <a:ext cx="13908415" cy="781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169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9DC330-48CA-4BD3-9191-47560DD924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323938"/>
            <a:ext cx="13953939" cy="785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461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8F1E20-2341-46CB-B16C-1875654416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292764"/>
            <a:ext cx="13791036" cy="773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090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5869DE-9493-425B-AC05-59F41D6E5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256" y="1146519"/>
            <a:ext cx="13947587" cy="781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8499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21879EE-9A7F-4102-A205-5A53DED57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908" y="1257300"/>
            <a:ext cx="13561892" cy="7680743"/>
          </a:xfrm>
          <a:prstGeom prst="rect">
            <a:avLst/>
          </a:prstGeom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448FCD14-1EC2-15C5-7D82-6BB109334E85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3E6F0-3FAF-A5A7-F33B-EDE0FCAB8BF7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1F03E0C-3D09-FEDC-6C2F-ADBBBE2CE9C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903D8342-53D9-7E8B-B2FC-A40CD780C114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05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8E875D-2862-429C-A961-7722129B0B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303156"/>
            <a:ext cx="13868400" cy="78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63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EB06DA30-7229-60F3-57BE-9D91914BF6EE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7A641-B438-94AB-D89F-8C07344C824E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C927889D-F94C-AABC-CC2C-3FB22314762B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6AE84082-C8C4-E8CE-A2DE-8A31981BDBBE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439CAC-3605-A067-A102-FEE4635A98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770" y="1280573"/>
            <a:ext cx="13717914" cy="772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128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0D31C3-D885-4775-83D8-D9CF655C69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799" y="1292765"/>
            <a:ext cx="13963901" cy="781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208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2186-C5F8-5439-975F-8E9C90F5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7AF89D-7195-E671-A8A6-6211C8E3148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BF68362-FF32-C4D3-EDDB-BD106E92A506}"/>
              </a:ext>
            </a:extLst>
          </p:cNvPr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C52E9A-AD34-C741-2B72-0CE6D8AA8219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47984B7-A478-992E-17BD-AB1BB83B3EE8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9A6BFD7-FD71-37BB-CE41-C4AA64E0E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181100"/>
            <a:ext cx="13716000" cy="7699146"/>
          </a:xfrm>
          <a:prstGeom prst="rect">
            <a:avLst/>
          </a:prstGeom>
        </p:spPr>
      </p:pic>
      <p:sp>
        <p:nvSpPr>
          <p:cNvPr id="6" name="AutoShape 8">
            <a:extLst>
              <a:ext uri="{FF2B5EF4-FFF2-40B4-BE49-F238E27FC236}">
                <a16:creationId xmlns:a16="http://schemas.microsoft.com/office/drawing/2014/main" id="{2E73D99B-30E3-FF85-6366-4C38146115A8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9D22B-F0B9-5160-984F-A857D8058A11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F1A95A38-6FD8-DB75-0328-63DDE74A7BBA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605B407-1C5E-0B55-BC4D-101B86ED930E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29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80F3D6-0215-4EF9-A8EA-60AE44E453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292765"/>
            <a:ext cx="14137505" cy="796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138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589E5A-91E2-4070-AC73-A98316B9B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86200" y="1318662"/>
            <a:ext cx="13853368" cy="776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88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78C3194-CD25-463C-8EE6-64ECE3203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9" y="1286498"/>
            <a:ext cx="14020801" cy="7701347"/>
          </a:xfrm>
          <a:prstGeom prst="rect">
            <a:avLst/>
          </a:prstGeom>
        </p:spPr>
      </p:pic>
      <p:sp>
        <p:nvSpPr>
          <p:cNvPr id="6" name="AutoShape 8">
            <a:extLst>
              <a:ext uri="{FF2B5EF4-FFF2-40B4-BE49-F238E27FC236}">
                <a16:creationId xmlns:a16="http://schemas.microsoft.com/office/drawing/2014/main" id="{4B44FFCD-7F7B-F601-C2D2-9C5CC16A54F6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4F16F-75C1-5878-4DCD-EA9F781325B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43F54D22-259B-0BE2-F15D-25948DB08226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E63CA872-B263-0EFD-7103-EFB1207755FD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61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37C7E1-1BAE-4E6D-9DA5-12D9CE099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303155"/>
            <a:ext cx="14009326" cy="787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508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8EF52C-8C4F-48DE-8560-3C4401892D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272" y="1292765"/>
            <a:ext cx="13863675" cy="781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467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A14DCF9-8AA9-4449-8781-E0FB10EE2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" b="1"/>
          <a:stretch>
            <a:fillRect/>
          </a:stretch>
        </p:blipFill>
        <p:spPr>
          <a:xfrm>
            <a:off x="3792742" y="1333500"/>
            <a:ext cx="13809458" cy="7734300"/>
          </a:xfrm>
          <a:prstGeom prst="rect">
            <a:avLst/>
          </a:prstGeom>
        </p:spPr>
      </p:pic>
      <p:sp>
        <p:nvSpPr>
          <p:cNvPr id="6" name="AutoShape 8">
            <a:extLst>
              <a:ext uri="{FF2B5EF4-FFF2-40B4-BE49-F238E27FC236}">
                <a16:creationId xmlns:a16="http://schemas.microsoft.com/office/drawing/2014/main" id="{F6E7E569-9368-0C25-3A08-9A188660BF1B}"/>
              </a:ext>
            </a:extLst>
          </p:cNvPr>
          <p:cNvSpPr/>
          <p:nvPr/>
        </p:nvSpPr>
        <p:spPr>
          <a:xfrm flipV="1">
            <a:off x="304800" y="2171700"/>
            <a:ext cx="2438400" cy="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7543F-7CFC-4950-FA53-F4C3850CD8EA}"/>
              </a:ext>
            </a:extLst>
          </p:cNvPr>
          <p:cNvSpPr txBox="1"/>
          <p:nvPr/>
        </p:nvSpPr>
        <p:spPr>
          <a:xfrm>
            <a:off x="0" y="1292765"/>
            <a:ext cx="3086100" cy="704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bg1"/>
                </a:solidFill>
                <a:latin typeface="League Spartan" panose="020B0604020202020204" charset="0"/>
              </a:rPr>
              <a:t>Dashboard</a:t>
            </a: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DC3E444C-6EA7-898A-2F6F-39AEEED35765}"/>
              </a:ext>
            </a:extLst>
          </p:cNvPr>
          <p:cNvSpPr/>
          <p:nvPr/>
        </p:nvSpPr>
        <p:spPr>
          <a:xfrm>
            <a:off x="16687800" y="190500"/>
            <a:ext cx="1463769" cy="1447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B8A3430-6EE0-F6F8-12BC-A5548D97BCD5}"/>
              </a:ext>
            </a:extLst>
          </p:cNvPr>
          <p:cNvSpPr/>
          <p:nvPr/>
        </p:nvSpPr>
        <p:spPr>
          <a:xfrm rot="10800000">
            <a:off x="3200400" y="8801100"/>
            <a:ext cx="1371601" cy="13566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656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2743200" y="4057922"/>
            <a:ext cx="12963278" cy="1645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43"/>
              </a:lnSpc>
              <a:spcBef>
                <a:spcPct val="0"/>
              </a:spcBef>
            </a:pPr>
            <a:r>
              <a:rPr lang="en-US" sz="9530" dirty="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4380841" y="5676447"/>
            <a:ext cx="9687995" cy="205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188175E6-846C-961F-3BE7-CE2F132B3628}"/>
              </a:ext>
            </a:extLst>
          </p:cNvPr>
          <p:cNvSpPr/>
          <p:nvPr/>
        </p:nvSpPr>
        <p:spPr>
          <a:xfrm>
            <a:off x="14226363" y="266700"/>
            <a:ext cx="3833038" cy="3791222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83955CC-19BA-F33B-84CF-C0465A9B101A}"/>
              </a:ext>
            </a:extLst>
          </p:cNvPr>
          <p:cNvSpPr/>
          <p:nvPr/>
        </p:nvSpPr>
        <p:spPr>
          <a:xfrm rot="16200000">
            <a:off x="207462" y="252538"/>
            <a:ext cx="3875315" cy="3833038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17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1856</TotalTime>
  <Words>247</Words>
  <Application>Microsoft Office PowerPoint</Application>
  <PresentationFormat>Custom</PresentationFormat>
  <Paragraphs>120</Paragraphs>
  <Slides>60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League Spartan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 white business profile presentation</dc:title>
  <cp:lastModifiedBy>Moataz Elmesmary</cp:lastModifiedBy>
  <cp:revision>115</cp:revision>
  <dcterms:created xsi:type="dcterms:W3CDTF">2006-08-16T00:00:00Z</dcterms:created>
  <dcterms:modified xsi:type="dcterms:W3CDTF">2025-07-06T17:17:44Z</dcterms:modified>
  <dc:identifier>DAGrj9MEVlA</dc:identifier>
</cp:coreProperties>
</file>